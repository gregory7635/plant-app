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02027-C007-48E9-BC05-8D9C723ED8A0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DFC3-111C-4A1B-AC86-DFF3C346D60F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742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02027-C007-48E9-BC05-8D9C723ED8A0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DFC3-111C-4A1B-AC86-DFF3C346D6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327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02027-C007-48E9-BC05-8D9C723ED8A0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DFC3-111C-4A1B-AC86-DFF3C346D60F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101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02027-C007-48E9-BC05-8D9C723ED8A0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DFC3-111C-4A1B-AC86-DFF3C346D6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3132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02027-C007-48E9-BC05-8D9C723ED8A0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DFC3-111C-4A1B-AC86-DFF3C346D6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034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02027-C007-48E9-BC05-8D9C723ED8A0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DFC3-111C-4A1B-AC86-DFF3C346D6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9530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02027-C007-48E9-BC05-8D9C723ED8A0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DFC3-111C-4A1B-AC86-DFF3C346D6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7901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4A02027-C007-48E9-BC05-8D9C723ED8A0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861DFC3-111C-4A1B-AC86-DFF3C346D6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562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02027-C007-48E9-BC05-8D9C723ED8A0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DFC3-111C-4A1B-AC86-DFF3C346D6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8999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02027-C007-48E9-BC05-8D9C723ED8A0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DFC3-111C-4A1B-AC86-DFF3C346D6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773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02027-C007-48E9-BC05-8D9C723ED8A0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DFC3-111C-4A1B-AC86-DFF3C346D6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943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4A02027-C007-48E9-BC05-8D9C723ED8A0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861DFC3-111C-4A1B-AC86-DFF3C346D60F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862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B9C38E-4576-AEB2-490B-B9F911207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5500" y="2048434"/>
            <a:ext cx="8001000" cy="2971801"/>
          </a:xfrm>
        </p:spPr>
        <p:txBody>
          <a:bodyPr>
            <a:noAutofit/>
          </a:bodyPr>
          <a:lstStyle/>
          <a:p>
            <a:pPr algn="ctr"/>
            <a:r>
              <a:rPr lang="ru-RU" sz="4400" b="0" i="0" dirty="0">
                <a:solidFill>
                  <a:srgbClr val="6E6C68"/>
                </a:solidFill>
                <a:effectLst/>
                <a:latin typeface="Anthropic Sans"/>
              </a:rPr>
              <a:t>Веб-приложение для идентификации растений</a:t>
            </a:r>
            <a:br>
              <a:rPr lang="ru-RU" sz="4400" dirty="0"/>
            </a:br>
            <a:r>
              <a:rPr lang="en-US" sz="4400" b="0" i="0" dirty="0">
                <a:solidFill>
                  <a:srgbClr val="6E6C68"/>
                </a:solidFill>
                <a:effectLst/>
                <a:latin typeface="Anthropic Sans"/>
              </a:rPr>
              <a:t>Java 17 · Spring Boot · PostgreSQL · Plant.id API</a:t>
            </a:r>
            <a:br>
              <a:rPr lang="en-US" sz="4400" b="0" i="0" dirty="0">
                <a:solidFill>
                  <a:srgbClr val="6E6C68"/>
                </a:solidFill>
                <a:effectLst/>
                <a:latin typeface="Anthropic Sans"/>
              </a:rPr>
            </a:br>
            <a:r>
              <a:rPr lang="ru-RU" sz="4400" b="0" i="0" dirty="0">
                <a:solidFill>
                  <a:srgbClr val="6E6C68"/>
                </a:solidFill>
                <a:effectLst/>
                <a:latin typeface="Anthropic Sans"/>
              </a:rPr>
              <a:t>Васильев Григорий Юрьевич ПИЖ-б-о-23-1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3694608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0672BF-8E31-B80E-744F-21594A95B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04729" cy="63111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9296DE-FAD0-B2AE-D6EB-C017ED7EAC44}"/>
              </a:ext>
            </a:extLst>
          </p:cNvPr>
          <p:cNvSpPr txBox="1"/>
          <p:nvPr/>
        </p:nvSpPr>
        <p:spPr>
          <a:xfrm>
            <a:off x="9009530" y="797510"/>
            <a:ext cx="292249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Чтобы определить растение, раньше нужно было искать в справочниках или спрашивать специалиста. Это приложение позволяет загрузить фото 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получить название, описание и ссылку на Википедию за несколько секунд, не выходя из браузера.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85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8CDD632-D803-4DDB-9663-C6EEAF839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"/>
            <a:ext cx="9986682" cy="63380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90E416-3BF5-4F64-E15A-0BFB5C121A54}"/>
              </a:ext>
            </a:extLst>
          </p:cNvPr>
          <p:cNvSpPr txBox="1"/>
          <p:nvPr/>
        </p:nvSpPr>
        <p:spPr>
          <a:xfrm>
            <a:off x="9986683" y="612844"/>
            <a:ext cx="191844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системе три типа участников. Гость может зарегистрироваться и войти. Авторизованный пользователь загружает фотографии и видит свою историю запросов. Администратор управляет данными через защищённый REST API.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871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54B96C4-2DB8-090E-9920-56E79D733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4424"/>
            <a:ext cx="10004612" cy="54199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C08676-CAFE-F3FE-B69D-EC956A7EFCA4}"/>
              </a:ext>
            </a:extLst>
          </p:cNvPr>
          <p:cNvSpPr txBox="1"/>
          <p:nvPr/>
        </p:nvSpPr>
        <p:spPr>
          <a:xfrm>
            <a:off x="10004612" y="1009906"/>
            <a:ext cx="205291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разбито на пять слоёв по паттерну PCMEF. Каждый слой решает ровно одну задачу и не знает о деталях соседей 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это делает код понятным, тестируемым и лёгким в развитии.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933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58F6267-1995-3F6E-9757-6E549C828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962" y="676835"/>
            <a:ext cx="6696075" cy="3657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AD298F-A1A2-15C9-A5FD-045C2A352858}"/>
              </a:ext>
            </a:extLst>
          </p:cNvPr>
          <p:cNvSpPr txBox="1"/>
          <p:nvPr/>
        </p:nvSpPr>
        <p:spPr>
          <a:xfrm>
            <a:off x="2344269" y="4474312"/>
            <a:ext cx="750345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b="0" i="0" dirty="0">
                <a:effectLst/>
                <a:latin typeface="Anthropic Sans"/>
              </a:rPr>
              <a:t>Три таблицы: пользователи, растения и история запросов. Каждая идентификация связывает конкретного пользователя с конкретным растением </a:t>
            </a:r>
            <a:r>
              <a:rPr lang="en-US" sz="2000" b="0" i="0" dirty="0">
                <a:effectLst/>
                <a:latin typeface="Anthropic Sans"/>
              </a:rPr>
              <a:t>-</a:t>
            </a:r>
            <a:r>
              <a:rPr lang="ru-RU" sz="2000" b="0" i="0" dirty="0">
                <a:effectLst/>
                <a:latin typeface="Anthropic Sans"/>
              </a:rPr>
              <a:t> так накапливается персональная история, а информация о растении хранится один раз без дублирования.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819870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B553C2-2405-3310-F842-686144653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0381129" cy="62932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59398D-B2F0-022A-CE00-FA4501DF31CE}"/>
              </a:ext>
            </a:extLst>
          </p:cNvPr>
          <p:cNvSpPr txBox="1"/>
          <p:nvPr/>
        </p:nvSpPr>
        <p:spPr>
          <a:xfrm>
            <a:off x="10605247" y="191957"/>
            <a:ext cx="158675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  <a:latin typeface="Anthropic Sans"/>
              </a:rPr>
              <a:t>Пользователь загружает фото </a:t>
            </a:r>
            <a:r>
              <a:rPr lang="en-US" b="0" i="0" dirty="0">
                <a:effectLst/>
                <a:latin typeface="Anthropic Sans"/>
              </a:rPr>
              <a:t>-</a:t>
            </a:r>
            <a:r>
              <a:rPr lang="ru-RU" b="0" i="0" dirty="0">
                <a:effectLst/>
                <a:latin typeface="Anthropic Sans"/>
              </a:rPr>
              <a:t> сервер отправляет его в Plant.id API и получает название растения. Затем автоматически запрашивается описание из Википедии, результат сохраняется в базе и сразу показывается на экране.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6346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81D853C-58AE-E6FA-85E5-A04CA9879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6212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C5B481-1360-B3DA-978E-059DEBC221CC}"/>
              </a:ext>
            </a:extLst>
          </p:cNvPr>
          <p:cNvSpPr txBox="1"/>
          <p:nvPr/>
        </p:nvSpPr>
        <p:spPr>
          <a:xfrm>
            <a:off x="2182906" y="4738319"/>
            <a:ext cx="782618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страница: форма загрузки фото и список последних определений. Форма отправляется без перезагрузки страницы 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пока идёт запрос, крутится </a:t>
            </a:r>
            <a:r>
              <a:rPr lang="ru-RU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спиннер</a:t>
            </a:r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затем результат появляется прямо на месте.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496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E104CA7-4C34-4F64-33C7-C93E29E7E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91"/>
            <a:ext cx="12192000" cy="312569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987C8A-FE22-92E3-BBB7-7D6CF8A3C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18076"/>
            <a:ext cx="12192000" cy="32741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8B7061-0AF6-3731-A897-30DFD536E599}"/>
              </a:ext>
            </a:extLst>
          </p:cNvPr>
          <p:cNvSpPr txBox="1"/>
          <p:nvPr/>
        </p:nvSpPr>
        <p:spPr>
          <a:xfrm>
            <a:off x="2393575" y="5330543"/>
            <a:ext cx="77992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После идентификации пользователь видит название растения, процент уверенности модели и описание из Википедии. Все прошлые запросы сохраняются в личной истории и доступны в любой момент.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179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0A5DFD-1F7A-0203-5F1D-1940B2BDA6E5}"/>
              </a:ext>
            </a:extLst>
          </p:cNvPr>
          <p:cNvSpPr txBox="1"/>
          <p:nvPr/>
        </p:nvSpPr>
        <p:spPr>
          <a:xfrm>
            <a:off x="3048000" y="1042863"/>
            <a:ext cx="6096000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Пароли хранятся только в виде </a:t>
            </a:r>
            <a:r>
              <a:rPr lang="ru-RU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BCrypt-хеша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восстановить оригинал невозможно. Spring Security закрывает все страницы для неавторизованных пользователей, а </a:t>
            </a:r>
            <a:r>
              <a:rPr lang="ru-RU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автоматически экранирует вывод, исключая XSS-атаки.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620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66D8076-F742-EE6C-EEAD-BB1DDA9DC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450"/>
            <a:ext cx="12192000" cy="24663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94ABBF-47DB-F41B-2461-146060810441}"/>
              </a:ext>
            </a:extLst>
          </p:cNvPr>
          <p:cNvSpPr txBox="1"/>
          <p:nvPr/>
        </p:nvSpPr>
        <p:spPr>
          <a:xfrm>
            <a:off x="1990165" y="4024617"/>
            <a:ext cx="82116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29 автоматических тестов покрывают бизнес-логику, репозитории и контроллеры. Инструмент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JaCoCo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показывает, что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% кода проверено тестами 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 требовании в 40%.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808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57C838-BFFB-84A4-5DBC-A872AB598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96" y="0"/>
            <a:ext cx="7372350" cy="63111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29861D-6E8A-F34F-0830-DD0F2374A18B}"/>
              </a:ext>
            </a:extLst>
          </p:cNvPr>
          <p:cNvSpPr txBox="1"/>
          <p:nvPr/>
        </p:nvSpPr>
        <p:spPr>
          <a:xfrm>
            <a:off x="8704729" y="558549"/>
            <a:ext cx="309282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итогу 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разработки реализовано полноценное веб-приложение с чистой архитектурой, интеграцией внешних API, системой безопасности,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автотестами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-окружением. Весь код и документация открыты на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132094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92</TotalTime>
  <Words>334</Words>
  <Application>Microsoft Office PowerPoint</Application>
  <PresentationFormat>Широкоэкранный</PresentationFormat>
  <Paragraphs>11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Anthropic Sans</vt:lpstr>
      <vt:lpstr>Arial</vt:lpstr>
      <vt:lpstr>Calibri</vt:lpstr>
      <vt:lpstr>Calibri Light</vt:lpstr>
      <vt:lpstr>Times New Roman</vt:lpstr>
      <vt:lpstr>Ретро</vt:lpstr>
      <vt:lpstr>Веб-приложение для идентификации растений Java 17 · Spring Boot · PostgreSQL · Plant.id API Васильев Григорий Юрьевич ПИЖ-б-о-23-1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Gregory</dc:creator>
  <cp:lastModifiedBy>Gregory</cp:lastModifiedBy>
  <cp:revision>1</cp:revision>
  <dcterms:created xsi:type="dcterms:W3CDTF">2026-05-31T11:20:56Z</dcterms:created>
  <dcterms:modified xsi:type="dcterms:W3CDTF">2026-05-31T12:53:52Z</dcterms:modified>
</cp:coreProperties>
</file>